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D2C7-2D06-4EC8-AF75-1852807D5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EFE12-76C6-4839-9A3D-ECC67EF9F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8B747-CF7B-4E51-99FD-36CC9046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6AB7F-3DA7-4420-B32B-4C5BC421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701D5-3DEE-4172-BEB4-6601D759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6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4FDE-7E40-4D4D-8358-DA2AB6FB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FD36A-B7C8-4858-B9C9-791CA1CB7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5538F-C78E-4ED5-954F-14B15088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A613-8E40-4C44-ACB2-1FC87135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7CB2A-A441-40F9-A7EF-B2423EC7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841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B32A-069B-4295-A58F-38644D1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25342-B04B-4928-8006-91BA35C4D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F7A24-E5AF-4CCF-9021-352C7730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1CAC3-2CD7-4F1D-B639-C6B5BDB7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D9BF9-A276-462F-936F-A9DE8965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8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8054-DC42-4266-822F-8894AC38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4F5F8-17AC-4B53-9043-2BC233F6AC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1577E-4938-4137-A1EA-56363F89D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B2A5D-6A1B-4BD1-994C-11436CC0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4421A-EEC0-49D4-9FD2-7DF020E4C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AE45D-CAD1-4D3B-BBE7-D47629B9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98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5C6A-6569-4685-8C84-A2EA0904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25F2-F9A3-4991-9C2A-84465B27F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FE6A2-EF18-4793-8577-53C0A150E4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F2CA0-D94B-41F0-B616-44F40B46E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CC45-D110-4BEC-BDA9-3E9418A7E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A94D5-BE46-46A8-872B-C12F94D0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D9E0A-8339-41FA-807C-35451854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609F50-D1D7-4ACE-852F-5ED32486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35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99BD-8709-48EB-99C6-E9AD1389B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B3DA4-D0D8-448B-821B-9FEA5377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742FA-CAD7-4E12-A58B-1E49C7E7A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B4661-0551-4393-8C12-270F5013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06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82330C-BE45-4C46-81B7-F61D14E7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14466F-C4EA-47D0-AC8C-864804A2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4D6E1-988B-4440-B593-CD89FCC7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58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7C1F-CEBB-4529-8424-9F725B7D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8207-B2B3-41BF-BC55-84FB60231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21E76-FBF6-47D1-9481-073003E16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8BB15-0646-4325-933C-57FF54A3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75B22-91B7-4EE3-B802-5CB0E6CD8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8C532-9070-4AE2-96A2-AA83CE34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51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7CCE-B0D9-436A-8D2A-F108EB4B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D74B2-7E8C-4124-8371-66F43AA94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ADCCA-EB53-4D95-9781-ABAEF922B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316DC-D6AF-42D8-B286-99F707CD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8E427-A655-48A5-8CEE-ECA15033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2476E-1131-47EB-B401-8292C388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17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52A1-EAB5-411C-9AA0-F25852EA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7004C-DB0C-4212-B235-E248A51C2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6A335-DDED-4235-8948-0ED22165C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2FAD8-F3D5-455D-AF27-6037191EB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77A6D-BDF2-4703-BF34-DE3A4472E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211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7460E-02A9-4935-B6AD-0F7BE031A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86830-51C9-4DED-B59E-D645181D5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0FD30-41F3-4726-B0B3-598BEFDB1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699F-8E02-4AC5-896F-5D298692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6E834-BCCF-4710-AEC8-28C1CE36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809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D47BD-60B8-40B0-9D90-FC360487F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CD8E5-7499-4AAB-BB7F-F6D4D2AE5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DA8CF-A884-4FE4-898C-6F320AF72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6302C-E42C-4402-A0AF-D757D47A15E5}" type="datetimeFigureOut">
              <a:rPr lang="en-IN" smtClean="0"/>
              <a:t>26-07-2026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7BA6C-4EA9-4965-BA30-761BB93F5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32BFA-DAFF-4112-B37C-92ACBCB38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148D8-ECBA-4618-9C9E-E6DF41491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58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0B9562-CFB7-4DA1-8C63-25D0139E9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6"/>
            <a:ext cx="10515600" cy="387349"/>
          </a:xfrm>
        </p:spPr>
        <p:txBody>
          <a:bodyPr>
            <a:noAutofit/>
          </a:bodyPr>
          <a:lstStyle/>
          <a:p>
            <a:r>
              <a:rPr lang="en-IN" sz="2400" dirty="0"/>
              <a:t>ABC Retail And Sales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4F097-0973-4741-8FB5-90E9157186E4}"/>
              </a:ext>
            </a:extLst>
          </p:cNvPr>
          <p:cNvSpPr txBox="1"/>
          <p:nvPr/>
        </p:nvSpPr>
        <p:spPr>
          <a:xfrm>
            <a:off x="666750" y="876300"/>
            <a:ext cx="1114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Best Product category  </a:t>
            </a:r>
            <a:r>
              <a:rPr lang="en-IN" b="1" dirty="0"/>
              <a:t>-Electronics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2718AE-7215-4AC7-81F0-A15986453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97" y="1245631"/>
            <a:ext cx="2491956" cy="1450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A6258B-1CD7-42DE-8F92-F860B8023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5" y="1230515"/>
            <a:ext cx="3128962" cy="14505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A03865B-E514-44D0-A409-43F58894BFF5}"/>
              </a:ext>
            </a:extLst>
          </p:cNvPr>
          <p:cNvSpPr txBox="1"/>
          <p:nvPr/>
        </p:nvSpPr>
        <p:spPr>
          <a:xfrm>
            <a:off x="619125" y="2814161"/>
            <a:ext cx="8477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Selling Product: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Laptop (≈ 570K Sales)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Profitable Product: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Laptop (≈ 200K Profit)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demand combined with high profitability makes laptops the company's flagship product and a key driver of overall business performance.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5C9514E-8D34-45DB-B293-BEB650B53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478" y="1230515"/>
            <a:ext cx="3128962" cy="14656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09EA3F6-4D64-4E63-AC4E-6D5DD4334448}"/>
              </a:ext>
            </a:extLst>
          </p:cNvPr>
          <p:cNvSpPr txBox="1"/>
          <p:nvPr/>
        </p:nvSpPr>
        <p:spPr>
          <a:xfrm>
            <a:off x="666750" y="4499312"/>
            <a:ext cx="8696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Highest Sales by Region – </a:t>
            </a:r>
            <a:r>
              <a:rPr lang="en-IN" b="1" dirty="0"/>
              <a:t>NORTH ( Sales = 0.6 M)</a:t>
            </a:r>
          </a:p>
          <a:p>
            <a:r>
              <a:rPr lang="en-IN" dirty="0"/>
              <a:t>Lowest Sales by Region </a:t>
            </a:r>
            <a:r>
              <a:rPr lang="en-IN" b="1" dirty="0"/>
              <a:t>– South (Sales = 60 K)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E886876-2030-47F3-8B09-C3E74866D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27" y="5196780"/>
            <a:ext cx="3221247" cy="1565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64331AD-5A93-4B98-AE1F-E09A2106A936}"/>
              </a:ext>
            </a:extLst>
          </p:cNvPr>
          <p:cNvSpPr txBox="1"/>
          <p:nvPr/>
        </p:nvSpPr>
        <p:spPr>
          <a:xfrm>
            <a:off x="704850" y="4170593"/>
            <a:ext cx="5932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Sales by Region</a:t>
            </a:r>
          </a:p>
        </p:txBody>
      </p:sp>
    </p:spTree>
    <p:extLst>
      <p:ext uri="{BB962C8B-B14F-4D97-AF65-F5344CB8AC3E}">
        <p14:creationId xmlns:p14="http://schemas.microsoft.com/office/powerpoint/2010/main" val="310840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ACDB9A-39AA-430F-9FD0-880363F3B03F}"/>
              </a:ext>
            </a:extLst>
          </p:cNvPr>
          <p:cNvSpPr txBox="1"/>
          <p:nvPr/>
        </p:nvSpPr>
        <p:spPr>
          <a:xfrm>
            <a:off x="380999" y="190499"/>
            <a:ext cx="1130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Most Profitable Product – </a:t>
            </a:r>
            <a:r>
              <a:rPr lang="en-IN" b="1" dirty="0"/>
              <a:t>Desks- (Profit – 200K)</a:t>
            </a:r>
          </a:p>
          <a:p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7EBA73-CF00-442E-B02D-E23CF41C7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6" y="580340"/>
            <a:ext cx="3398724" cy="16966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BE7276-945A-4457-AFAB-D61630854FBD}"/>
              </a:ext>
            </a:extLst>
          </p:cNvPr>
          <p:cNvSpPr txBox="1"/>
          <p:nvPr/>
        </p:nvSpPr>
        <p:spPr>
          <a:xfrm>
            <a:off x="380999" y="2419823"/>
            <a:ext cx="863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Highest Revenue by Customer Segment – </a:t>
            </a:r>
            <a:r>
              <a:rPr lang="en-IN" b="1" dirty="0"/>
              <a:t>Consumer ( Sales Amount = 1.5 M [ 41%]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3C524D-22D2-4333-9DCE-ABD8ED953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6" y="2767027"/>
            <a:ext cx="3038474" cy="15573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E7D228-B2B6-4AC8-A136-33B4821B40A5}"/>
              </a:ext>
            </a:extLst>
          </p:cNvPr>
          <p:cNvSpPr txBox="1"/>
          <p:nvPr/>
        </p:nvSpPr>
        <p:spPr>
          <a:xfrm>
            <a:off x="504826" y="4400550"/>
            <a:ext cx="8515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Seasonal trends in Sales – </a:t>
            </a:r>
          </a:p>
          <a:p>
            <a:r>
              <a:rPr lang="en-US" dirty="0"/>
              <a:t>From April  to June sales are high and July to August are High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B62053-21D5-450D-AF9F-5820DBB9D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57" y="5115854"/>
            <a:ext cx="3305393" cy="144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0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057EFF-9053-4690-9044-530CC085D9A1}"/>
              </a:ext>
            </a:extLst>
          </p:cNvPr>
          <p:cNvSpPr txBox="1"/>
          <p:nvPr/>
        </p:nvSpPr>
        <p:spPr>
          <a:xfrm>
            <a:off x="400050" y="285750"/>
            <a:ext cx="1143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sz="1800" dirty="0"/>
              <a:t>hree actions to improve business performance –</a:t>
            </a:r>
          </a:p>
          <a:p>
            <a:r>
              <a:rPr lang="en-US" b="1" dirty="0"/>
              <a:t>Focus on the Consumer Customer Segment</a:t>
            </a:r>
          </a:p>
          <a:p>
            <a:r>
              <a:rPr lang="en-US" dirty="0"/>
              <a:t>The </a:t>
            </a:r>
            <a:r>
              <a:rPr lang="en-US" b="1" dirty="0"/>
              <a:t>Consumer</a:t>
            </a:r>
            <a:r>
              <a:rPr lang="en-US" dirty="0"/>
              <a:t> segment generates the highest revenue for the company.</a:t>
            </a:r>
            <a:br>
              <a:rPr lang="en-US" dirty="0"/>
            </a:br>
            <a:r>
              <a:rPr lang="en-US" dirty="0"/>
              <a:t>The business should target this segment with </a:t>
            </a:r>
            <a:r>
              <a:rPr lang="en-US" dirty="0" err="1"/>
              <a:t>personalised</a:t>
            </a:r>
            <a:r>
              <a:rPr lang="en-US" dirty="0"/>
              <a:t> offers and marketing campaigns to increase sales and customer loyalty.</a:t>
            </a:r>
          </a:p>
          <a:p>
            <a:r>
              <a:rPr lang="en-US" b="1" dirty="0"/>
              <a:t>Increase Inventory Before Peak Seasons</a:t>
            </a:r>
          </a:p>
          <a:p>
            <a:r>
              <a:rPr lang="en-US" dirty="0"/>
              <a:t>Sales are higher during certain months due to seasonal demand.</a:t>
            </a:r>
            <a:br>
              <a:rPr lang="en-US" dirty="0"/>
            </a:br>
            <a:r>
              <a:rPr lang="en-US" dirty="0"/>
              <a:t>The company should stock more inventory before these peak periods to avoid stock shortages and </a:t>
            </a:r>
            <a:r>
              <a:rPr lang="en-US" dirty="0" err="1"/>
              <a:t>maximise</a:t>
            </a:r>
            <a:r>
              <a:rPr lang="en-US" dirty="0"/>
              <a:t> sales opportunities.</a:t>
            </a:r>
          </a:p>
          <a:p>
            <a:r>
              <a:rPr lang="en-US" b="1" dirty="0"/>
              <a:t>Focus on High-Performing Products</a:t>
            </a:r>
          </a:p>
          <a:p>
            <a:r>
              <a:rPr lang="en-US" dirty="0"/>
              <a:t>Since </a:t>
            </a:r>
            <a:r>
              <a:rPr lang="en-US" b="1" dirty="0"/>
              <a:t>Laptop</a:t>
            </a:r>
            <a:r>
              <a:rPr lang="en-US" dirty="0"/>
              <a:t> is the highest-selling and most profitable product, the company should increase its stock and continue promoting it through marketing campaigns. This will help increase both sales and overall profit.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954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244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ABC Retail And Sales Report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 Retail And Sales Report</dc:title>
  <dc:creator>ritiksaxena3107@gmail.com</dc:creator>
  <cp:lastModifiedBy>ritiksaxena3107@gmail.com</cp:lastModifiedBy>
  <cp:revision>8</cp:revision>
  <dcterms:created xsi:type="dcterms:W3CDTF">2026-07-25T17:37:31Z</dcterms:created>
  <dcterms:modified xsi:type="dcterms:W3CDTF">2026-07-26T07:47:46Z</dcterms:modified>
</cp:coreProperties>
</file>